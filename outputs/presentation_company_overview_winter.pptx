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Introduction: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Built an interactive ILI analytics dashboard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Integrated AI-style summaries for clarity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Problem Statement: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Need consistent anomaly insight across years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Alignment mismatches and confidence clarity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Single, shareable view for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Interactive visuals (Plotly):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Web-side bin toggles (20/30/50/80) for histograms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Individual color bars per plot; neat aligned layout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ILI alignment (2007→2015, 2015→2022):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Full matched pairs (no sampling) with confidence bands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Filters for High/Med/Low confidence, toggle unmatched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Consolidation: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Inline single-page dashboard (no iframes) + iframe version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Embedded AI summaries for quick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Metrics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Metrics: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Depth, Length, Width visuals with adjustable bins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Per-plot color scales for clarity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Results: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Clear alignment coverage with confidence breakdowns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Faster anomaly triage and cross-year comparison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Robust handling of varying column names (fewer failures)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Artifacts: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Consolidated dashboards in /outputs (inline + iframe)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Aspects &amp; Business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Future Aspects: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Add unmatched counts to subtitles; tabbed layout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Publish to internal portal with SSO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Automate refresh with new ILI runs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Business Impacts: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Faster, data-driven decisions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Improved alignment confidence and risk mitigation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Shared single source of truth across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