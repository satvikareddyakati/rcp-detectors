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ILI Analytics Dashboard — Company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we built:</a:t>
            </a:r>
          </a:p>
          <a:p>
            <a:r>
              <a:t>• Interactive metrics and anomaly insights</a:t>
            </a:r>
          </a:p>
          <a:p>
            <a:r>
              <a:t>• ILI alignment visualizations (2007→2015, 2015→2022)</a:t>
            </a:r>
          </a:p>
          <a:p>
            <a:r>
              <a:t>• AI-style summaries embedded for decision support</a:t>
            </a:r>
          </a:p>
          <a:p/>
          <a:p>
            <a:r>
              <a:t>Business impact:</a:t>
            </a:r>
          </a:p>
          <a:p>
            <a:r>
              <a:t>• Faster anomaly triage and cross-year comparison</a:t>
            </a:r>
          </a:p>
          <a:p>
            <a:r>
              <a:t>• Clear alignment coverage with confidence filters</a:t>
            </a:r>
          </a:p>
          <a:p>
            <a:r>
              <a:t>• Single consolidated dashboard for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Visuals &amp;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Interactive metrics (Depth, Length, Width):</a:t>
            </a:r>
          </a:p>
          <a:p>
            <a:pPr>
              <a:defRPr sz="1800"/>
            </a:pPr>
            <a:r>
              <a:t>• Web-side bin toggles (20/30/50/80) for histograms</a:t>
            </a:r>
          </a:p>
          <a:p>
            <a:pPr>
              <a:defRPr sz="1800"/>
            </a:pPr>
            <a:r>
              <a:t>• Individual color bars per scatter plot; aligned layout</a:t>
            </a:r>
          </a:p>
          <a:p>
            <a:pPr>
              <a:defRPr sz="1800"/>
            </a:pPr>
            <a:r>
              <a:t>Alignment UI (ILI pairs):</a:t>
            </a:r>
          </a:p>
          <a:p>
            <a:pPr>
              <a:defRPr sz="1800"/>
            </a:pPr>
            <a:r>
              <a:t>• Full matched pairs (no sampling) with confidence bands</a:t>
            </a:r>
          </a:p>
          <a:p>
            <a:pPr>
              <a:defRPr sz="1800"/>
            </a:pPr>
            <a:r>
              <a:t>• Filters: High/Medium/Low confidence; show/hide unmatched</a:t>
            </a:r>
          </a:p>
          <a:p>
            <a:pPr>
              <a:defRPr sz="1800"/>
            </a:pPr>
            <a:r>
              <a:t>• Inline single-page dashboard (no iframes)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Delivered:</a:t>
            </a:r>
          </a:p>
          <a:p>
            <a:pPr>
              <a:defRPr sz="1800"/>
            </a:pPr>
            <a:r>
              <a:t>• Consolidated dashboards: summaries, metrics, alignment</a:t>
            </a:r>
          </a:p>
          <a:p>
            <a:pPr>
              <a:defRPr sz="1800"/>
            </a:pPr>
            <a:r>
              <a:t>• Alignment coverage and confidence breakdowns</a:t>
            </a:r>
          </a:p>
          <a:p>
            <a:pPr>
              <a:defRPr sz="1800"/>
            </a:pPr>
            <a:r>
              <a:t>• Robust column handling to avoid failures</a:t>
            </a:r>
          </a:p>
          <a:p>
            <a:pPr>
              <a:defRPr sz="1800"/>
            </a:pPr>
            <a:r>
              <a:t>Operational notes:</a:t>
            </a:r>
          </a:p>
          <a:p>
            <a:pPr>
              <a:defRPr sz="1800"/>
            </a:pPr>
            <a:r>
              <a:t>• Outputs in /outputs: inline dashboard + iframe version</a:t>
            </a:r>
          </a:p>
          <a:p>
            <a:pPr>
              <a:defRPr sz="1800"/>
            </a:pPr>
            <a:r>
              <a:t>• Ready for stakeholder review</a:t>
            </a:r>
          </a:p>
          <a:p>
            <a:pPr>
              <a:defRPr sz="1800"/>
            </a:pPr>
            <a:r>
              <a:t>Next steps (optional):</a:t>
            </a:r>
          </a:p>
          <a:p>
            <a:pPr>
              <a:defRPr sz="1800"/>
            </a:pPr>
            <a:r>
              <a:t>• Add unmatched counts to subtitles, tabbed layout</a:t>
            </a:r>
          </a:p>
          <a:p>
            <a:pPr>
              <a:defRPr sz="1800"/>
            </a:pPr>
            <a:r>
              <a:t>• Publish dashboard to internal portal</a:t>
            </a:r>
          </a:p>
          <a:p>
            <a:pPr>
              <a:defRPr sz="1800"/>
            </a:pPr>
            <a:r>
              <a:t>• Schedule auto-refresh with new ILI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