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2"/>
  </p:normalViewPr>
  <p:slideViewPr>
    <p:cSldViewPr snapToGrid="0" snapToObjects="1">
      <p:cViewPr varScale="1">
        <p:scale>
          <a:sx n="128" d="100"/>
          <a:sy n="128" d="100"/>
        </p:scale>
        <p:origin x="13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723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Big picture 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Automated system aligns two ILI runs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(2007-&gt;2015 and 2015-&gt;2022)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matches same defects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Corrects position drift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calculates corrosion growth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Flags new, missing, and uncertain defects for action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Helps prevent failures, save cost, meet regulations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Different inspection years can't be directly compared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Odometer drift, varying reference points, tool differences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Defects change (grow/split/merge/new) and labels vary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 matching is slow, expensive, error-prone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AutoShape 6" descr="Generated image">
            <a:extLst>
              <a:ext uri="{FF2B5EF4-FFF2-40B4-BE49-F238E27FC236}">
                <a16:creationId xmlns:a16="http://schemas.microsoft.com/office/drawing/2014/main" id="{108F8503-18E5-86CF-F292-A94A063D23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1673087" cy="167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penguin wearing a hat and scarf&#10;&#10;AI-generated content may be incorrect.">
            <a:extLst>
              <a:ext uri="{FF2B5EF4-FFF2-40B4-BE49-F238E27FC236}">
                <a16:creationId xmlns:a16="http://schemas.microsoft.com/office/drawing/2014/main" id="{5E1EAE1B-D972-133F-B873-F2154301B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806" y="4128150"/>
            <a:ext cx="2643921" cy="17626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5794"/>
            <a:ext cx="8229600" cy="1143000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Approach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57294"/>
            <a:ext cx="8229600" cy="5369311"/>
          </a:xfrm>
        </p:spPr>
        <p:txBody>
          <a:bodyPr>
            <a:normAutofit fontScale="92500" lnSpcReduction="20000"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1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Ingest &amp; Preprocess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Load both runs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standardize units &amp; feature types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then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clean fields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2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Align Distances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welds/valves as anchors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correct drift (linear/non-linear)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 runs into common coordinate system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3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Match Anomalies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Compare distance, clock, type, size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Score-based matching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flag uncertain/new/missing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Step 4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Growth Calculation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Compute depth/length/width growth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normalize by time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tep 5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Results &amp; Usability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Structured outputs + interactive dashboard for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user understanding.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 descr="A penguin wearing a hat and scarf&#10;&#10;AI-generated content may be incorrect.">
            <a:extLst>
              <a:ext uri="{FF2B5EF4-FFF2-40B4-BE49-F238E27FC236}">
                <a16:creationId xmlns:a16="http://schemas.microsoft.com/office/drawing/2014/main" id="{893F53A8-5B4C-7BDE-430F-50C071E35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217" y="4407983"/>
            <a:ext cx="2427933" cy="1618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Metrics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Metrics: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Depth, Length, Width with adjustable web-side bins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Per-plot color bars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aligned layout for clarity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ILI Data Alignment for 2 runs.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Full alignment coverage with confidence bands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Faster anomaly triage and cross-year comparison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Consolidated single-page +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iframe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dashboards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 descr="A penguin wearing a hat and scarf&#10;&#10;AI-generated content may be incorrect.">
            <a:extLst>
              <a:ext uri="{FF2B5EF4-FFF2-40B4-BE49-F238E27FC236}">
                <a16:creationId xmlns:a16="http://schemas.microsoft.com/office/drawing/2014/main" id="{8A1691AE-288A-8379-09E9-BC4082BD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396" y="3992965"/>
            <a:ext cx="2844940" cy="1896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Future Aspects &amp; Business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6448"/>
            <a:ext cx="8229600" cy="4525963"/>
          </a:xfrm>
        </p:spPr>
        <p:txBody>
          <a:bodyPr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Future Aspects: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Validation dataset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will strengthen pipeline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Given limited resources/data, current model is rule-based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 past data trends, evolve to an ML matching pipeline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 unmatched counts in subtitles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tabbed review UI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Business Impacts: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Prevent failures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reduce cost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meet regulatory requirements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Improve alignment confidence and decision speed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Shared single source of truth across teams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 descr="A penguin wearing a hat and scarf&#10;&#10;AI-generated content may be incorrect.">
            <a:extLst>
              <a:ext uri="{FF2B5EF4-FFF2-40B4-BE49-F238E27FC236}">
                <a16:creationId xmlns:a16="http://schemas.microsoft.com/office/drawing/2014/main" id="{01298E4E-6EF3-B346-A8F7-01F3EF837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996" y="3903284"/>
            <a:ext cx="3121268" cy="20808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342</Words>
  <Application>Microsoft Macintosh PowerPoint</Application>
  <PresentationFormat>On-screen Show (4:3)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Introduction &amp; Problem Statement</vt:lpstr>
      <vt:lpstr>Our Approach </vt:lpstr>
      <vt:lpstr>Metrics &amp; Results</vt:lpstr>
      <vt:lpstr>Future Aspects &amp; Business Impacts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Akati, Satvika Reddy</cp:lastModifiedBy>
  <cp:revision>3</cp:revision>
  <dcterms:created xsi:type="dcterms:W3CDTF">2013-01-27T09:14:16Z</dcterms:created>
  <dcterms:modified xsi:type="dcterms:W3CDTF">2026-02-08T16:34:10Z</dcterms:modified>
  <cp:category/>
</cp:coreProperties>
</file>